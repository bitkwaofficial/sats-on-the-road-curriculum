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it concrete and local. The point: hold value that cannot be turned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anonymity (no one knows you) vs pseudonymity (traceable, no name).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a fresh address on a real wallet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safety/opsec-for-activists-and-journalists.md for the full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16.jpg"/>
          <p:cNvPicPr>
            <a:picLocks noChangeAspect="1"/>
          </p:cNvPicPr>
          <p:nvPr/>
        </p:nvPicPr>
        <p:blipFill>
          <a:blip r:embed="rId2"/>
          <a:srcRect l="22750" r="22750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83680" y="0"/>
            <a:ext cx="73152" cy="6858000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t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1370915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192024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46B07"/>
                </a:solidFill>
                <a:latin typeface="JetBrains Mono"/>
              </a:rPr>
              <a:t>DAY 2 · SESSION 7 · 90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8521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5400" b="1">
                <a:solidFill>
                  <a:srgbClr val="0D0D0D"/>
                </a:solidFill>
                <a:latin typeface="Bricolage Grotesque"/>
              </a:rPr>
              <a:t>Privacy and opsec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572000"/>
            <a:ext cx="5303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B1815"/>
                </a:solidFill>
                <a:latin typeface="Bricolage Grotesque"/>
              </a:rPr>
              <a:t>Bitcoin for activists and journalists, used safely.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035040"/>
            <a:ext cx="5394960" cy="1905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14476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815"/>
                </a:solidFill>
                <a:latin typeface="JetBrains Mono"/>
              </a:rPr>
              <a:t>satsontheroad.africa</a:t>
            </a:r>
            <a:r>
              <a:rPr sz="1200" b="0">
                <a:solidFill>
                  <a:srgbClr val="D8CDB3"/>
                </a:solidFill>
                <a:latin typeface="JetBrains Mono"/>
              </a:rPr>
              <a:t>    ·    </a:t>
            </a:r>
            <a:r>
              <a:rPr sz="1200" b="1">
                <a:solidFill>
                  <a:srgbClr val="C46B07"/>
                </a:solidFill>
                <a:latin typeface="JetBrains Mono"/>
              </a:rPr>
              <a:t>Driving Bitcoin across the African continent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7 · 90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Money can be switched 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Nigeria, 2020: organisers' bank accounts frozen; Bitcoin kept the movement funded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Kenya, 2024: fundraisers delayed, mobile-money transfers blocked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Zimbabwe, Sudan: inflation, blocked remittances, audits used against civil society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7 · 90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Money, power and rights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Control money, and you control movement, speech and assembly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Tactics: account freezes, de-banking, transaction censorship, surveillance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Financial privacy is a safety issue, not a way to hide wrongdoing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7 · 90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The one idea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Bitcoin is pseudonymous, not anonymous.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Every on-chain payment is public and permanent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3016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Your name is not on it, but patterns can reveal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9709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So privacy must be *practised*, not assumed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7 · 90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Seven habits (1-4)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Never reuse an address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Never share a screenshot, balance or xpub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Separate wallets: donations / spending / savings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8678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Prefer Lightning for small, frequent payments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7 · 90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Seven habits (5-7)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Protect the device: lock, PIN, updates, clean phone for sensitive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Pseudonyms and a Lightning address for public fundraising; no live balances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Sane custody: paper or metal seed, two locations, multisig for group funds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7 · 90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The golden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Fake wallet links on WhatsApp or Telegram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"Your wallet is locked, click to restore"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"Double your Bitcoin", guaranteed returns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7 · 90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Group funds and seized devices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One person should not hold a group's keys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Multisig: several people must agree to move money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One arrest or one seized phone cannot drain the fund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8678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Plan the response *before* you need it (see team safety protocol)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7 · 90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The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This is not about evading legitimate law or hiding a crime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It is about ordinary people keeping the ability to organise, report and survive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Teach the law where you are; never advise breaking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7 · 90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Hand out and practise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Opsec handout (one page, translated)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Exercise: coach a journalist through safe receiving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Short quiz for the ambassador badge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