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saying from Chapter 3. Say it, write it, repeat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halves of the deal. Do not oversell self-custody as risk-free.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coins are not in the phone. The phrase is the proof of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each person hand-write a practice phrase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Convenience is the enemy of key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exercise. The coins live on the network, not the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ambassadors to add scams they have seen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behaviour you want them to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 mantra. Applies to every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[CONFIRM: whether a specific hardware wallet is recommended per country]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each person finishing: "My seed phrase is safe when ___." Point to the quiz and to Session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0.jp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Self-custody, deeper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Backups, recovery, and what not to 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Not your keys, not your coins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If you do not hold the keys, you do not truly own the coins.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Someone else can freeze, lose, or block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Custodial vs self-custody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| | Custodial | Self-custody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|---|---|---|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| Who holds the keys | The provider | You |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Your seed phrase IS your 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12 or 24 words, in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Anyone with the words controls the coins.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Lose the words with no backup, and the coins are gone forever.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Safe ways to back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Write it by hand, in order, on paper or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Keep a second copy in a different safe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For savings, a metal backup survives fire and water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Never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screenshot or photo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cloud, email, or a note app that syncs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message to yourself in any chat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Reading the words aloud to anyone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Test your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 backup you have never tested is a guess.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Restore the practice wallet on a second phone.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Watch the sats come 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How people lose their coins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Screenshots and cloud backups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Sharing the seed phrase with "support"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Typing the phrase into a website or pop-up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Fake-wallet apps that steal the phrase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No real support ever needs your seed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Anyone who asks for it is stealing from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As an ambassador, never ask a learner to show theirs.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Scams to name out 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Don't trust, verify.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"Send 1, get 2 back"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Giveaways and airdrops that ask you to send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9709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"The next Bitcoin" and quick-profit promises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Cold storage for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Separate spending from savings.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Same rules: back up the seed, test the recovery.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Mobile wallet: daily spending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1596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Hardware (cold) wallet: long-term savings, keys offline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6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coins live on the network, not in the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seed phrase is the only proof they are yours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backup you have not tested is not a backup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