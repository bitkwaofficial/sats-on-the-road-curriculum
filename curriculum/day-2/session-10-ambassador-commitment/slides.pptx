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honest frame for the next 40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Targets guide support, they are not a trap. Point to the playbook for exact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template field by field. This is how the network learns.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 reaches you through the call and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invent any amount. The full rules and verification are in the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direct. These lines are not negotiable.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code exists to protect learners. Full text in the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real space to decide. A thoughtful "not yet" is welcome.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the "What next" note. See handout.md.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quiz for the badge. Close warmly.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01.jpg"/>
          <p:cNvPicPr>
            <a:picLocks noChangeAspect="1"/>
          </p:cNvPicPr>
          <p:nvPr/>
        </p:nvPicPr>
        <p:blipFill>
          <a:blip r:embed="rId2"/>
          <a:srcRect l="27000" r="27000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t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70915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9202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46B07"/>
                </a:solidFill>
                <a:latin typeface="JetBrains Mono"/>
              </a:rPr>
              <a:t>DAY 2 · SESSION 10 · 45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852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0D0D0D"/>
                </a:solidFill>
                <a:latin typeface="Bricolage Grotesque"/>
              </a:rPr>
              <a:t>The ambassador commitment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720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B1815"/>
                </a:solidFill>
                <a:latin typeface="Bricolage Grotesque"/>
              </a:rPr>
              <a:t>Targets, reporting, and keeping the work going.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035040"/>
            <a:ext cx="5394960" cy="1905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144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5"/>
                </a:solidFill>
                <a:latin typeface="JetBrains Mono"/>
              </a:rPr>
              <a:t>satsontheroad.africa</a:t>
            </a:r>
            <a:r>
              <a:rPr sz="1200" b="0">
                <a:solidFill>
                  <a:srgbClr val="D8CDB3"/>
                </a:solidFill>
                <a:latin typeface="JetBrains Mono"/>
              </a:rPr>
              <a:t>    ·    </a:t>
            </a:r>
            <a:r>
              <a:rPr sz="1200" b="1">
                <a:solidFill>
                  <a:srgbClr val="C46B07"/>
                </a:solidFill>
                <a:latin typeface="JetBrains Mono"/>
              </a:rPr>
              <a:t>Driving Bitcoin across the African continent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10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What an ambassador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The person who keeps the work going after the vehicle leaves.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Teaching, onboarding merchants, supporting your community.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A role of trust, not a job title.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10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A shared promise, so the whole trip can see progress.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[CONFIRM: targets per month]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Sessions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1596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People onboarded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8289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Merchants signed 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10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monthly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What you did, how many people and merchants, what worked, what was hard, what you need.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Due [CONFIRM: monthly report due date].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10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monthly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A short group call.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[CONFIRM: monthly call day and time]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Share wins, problems, and questions. Ask for help 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10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Stipend, in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A support for costs, not a salary.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Possible stipend: [CONFIRM: amount and currency]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Paid: [CONFIRM: schedule]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9709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It follows the work: reporting and real activity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10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What gets you removed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Asking for or taking a seed phrase or funds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Promising profits or predicting prices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Running or covering scams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Harassment, discrimination, or dishonest reporting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10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code of conduct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Including activists and journalists.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Honesty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Respect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9709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6402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Protect the people you teach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10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Taking the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Ready? Sign [CONFIRM: commitment form location].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Not yet? That is honourable too.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10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What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Keep learning and keep teaching.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BitKwa Bitcoin Diploma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016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PlanB Network (planb.network)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9709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My First Bitcoin (myfirstbitcoin.io)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10 · 45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Two days of real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The first monthly call: [CONFIRM: first monthly call date]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