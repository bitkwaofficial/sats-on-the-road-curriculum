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message. Say it plainly and mean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 on the phone early. Connect every idea to money they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remember little from a lecture and a lot from one thing they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one-session plan from Day 1. Keep the real payment sacred.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long is the number one new-facilitator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around. Use names. Celebrate the first payment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exercise and the heart of the session. Circulate and collect good moments.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debrief to surface these gently from the pairs' own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question down and bring the answer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This is the measure of good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08.jpg"/>
          <p:cNvPicPr>
            <a:picLocks noChangeAspect="1"/>
          </p:cNvPicPr>
          <p:nvPr/>
        </p:nvPicPr>
        <p:blipFill>
          <a:blip r:embed="rId2"/>
          <a:srcRect t="15563" b="15563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How to teach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Run a session, handle questions, keep a room.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You are ready sooner than you think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You do not need to be an expert.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You need to be one step ahead, and honest about the rest.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How adults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By doing first, understanding second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When it solves a real money problem they 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When they are respected, not talked down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They remember what they did, not what they heard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Say it, show it, let them do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One idea, three ways.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Repetition in different forms beats saying it louder.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Shape of a two-hour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Open (10 min): welcome, why money matters, what they leave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Teach and do (85 min): money, what Bitcoin is, set up a wallet, one real 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Close (15 min): questions, where to get help, how to keep going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Buffer (10 min): it always runs long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Managing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Start on time, even with a small crowd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Keep one eye on the clock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Cut depth, not the hands-on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Always protect the real payment at the 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Keep the room awake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Ask questions, then wait for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Use local prices, local names, local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Get phones in hands early and often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Pair people so neighbours help each other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Practice-teach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Five minutes each, in 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Partner plays an unsure beginner.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Then swap, and give one kind, specific note.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Mistakes to avoid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Talking too long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Using jargon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Skipping the hands-on 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Pretending to know an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Running out of time before the real payment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When you do not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"I don't know. Let's find out together."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Honesty builds more trust than a confident wrong answer.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2 · SESSION 8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 session succeeds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People leave having done something,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B1815"/>
                </a:solidFill>
                <a:latin typeface="Bricolage Grotesque"/>
              </a:rPr>
              <a:t>not having heard something.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