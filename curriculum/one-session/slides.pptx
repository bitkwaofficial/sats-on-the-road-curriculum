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Helpers move through the room. Never photograph the seed, never type it on a website.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keen ones for 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otr-car.jpg"/>
          <p:cNvPicPr>
            <a:picLocks noChangeAspect="1"/>
          </p:cNvPicPr>
          <p:nvPr/>
        </p:nvPicPr>
        <p:blipFill>
          <a:blip r:embed="rId2"/>
          <a:srcRect l="16786" r="16786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83680" y="0"/>
            <a:ext cx="73152" cy="6858000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otr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370915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920240"/>
            <a:ext cx="5669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8521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400" b="1">
                <a:solidFill>
                  <a:srgbClr val="0D0D0D"/>
                </a:solidFill>
                <a:latin typeface="Bricolage Grotesque"/>
              </a:rPr>
              <a:t>Bitcoin in two hours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572000"/>
            <a:ext cx="53035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1B1815"/>
                </a:solidFill>
                <a:latin typeface="Bricolage Grotesque"/>
              </a:rPr>
              <a:t>The market or school session, from money to one real payment.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6035040"/>
            <a:ext cx="5394960" cy="1905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144768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B1815"/>
                </a:solidFill>
                <a:latin typeface="JetBrains Mono"/>
              </a:rPr>
              <a:t>satsontheroad.africa</a:t>
            </a:r>
            <a:r>
              <a:rPr sz="1200" b="0">
                <a:solidFill>
                  <a:srgbClr val="D8CDB3"/>
                </a:solidFill>
                <a:latin typeface="JetBrains Mono"/>
              </a:rPr>
              <a:t>    ·    </a:t>
            </a:r>
            <a:r>
              <a:rPr sz="1200" b="1">
                <a:solidFill>
                  <a:srgbClr val="C46B07"/>
                </a:solidFill>
                <a:latin typeface="JetBrains Mono"/>
              </a:rPr>
              <a:t>Driving Bitcoin across the African continent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Money and why ours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What did [local currency] buy 5 years ago versus today?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Money we do not control can be frozen, printed, or lose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There is another option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What Bitcoin is, in plain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Digital money, fixed supply (21 million, no one can print more)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Sent person to person, no one in charge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Not a getrich scheme. The price moves, that is normal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Your own wallet (the core)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Install the wallet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Create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Write your seed phrase on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Receive a few sats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53712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Send a few to your neighbour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One real payment 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Buy something small and real, in sats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The merchant checks it arrived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That is Lightning: fast, cheap, person to person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Stay safe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Never share your seed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If someone asks for it, it is a scam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Keep savings separate from spending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86784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Back up your seed in two safe places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ONE SESSION · 2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868680"/>
            <a:ext cx="10789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3800" b="1">
                <a:solidFill>
                  <a:srgbClr val="0D0D0D"/>
                </a:solidFill>
                <a:latin typeface="Bricolage Grotesque"/>
              </a:rPr>
              <a:t>Want to go further?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Join the full two-day training and become an ambassador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5292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satsontheroad.africa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19856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7931A"/>
                </a:solidFill>
                <a:latin typeface="Bricolage Grotesque"/>
              </a:rPr>
              <a:t>●  </a:t>
            </a:r>
            <a:r>
              <a:rPr sz="1900" b="0">
                <a:solidFill>
                  <a:srgbClr val="0D0D0D"/>
                </a:solidFill>
                <a:latin typeface="Bricolage Grotesque"/>
              </a:rPr>
              <a:t>Take the handout home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08792" cy="15240"/>
          </a:xfrm>
          <a:prstGeom prst="rect">
            <a:avLst/>
          </a:prstGeom>
          <a:solidFill>
            <a:srgbClr val="D8CD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ot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55664"/>
            <a:ext cx="411274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B1815"/>
                </a:solidFill>
                <a:latin typeface="JetBrains Mono"/>
              </a:rPr>
              <a:t>satsontheroad.africa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446520"/>
            <a:ext cx="1216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C46B07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