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Money is like a common language for trade. Chocolate could be money if everyone accepted it, but it would melt, so it would be bad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a unit of account you would price a car in cows or in hours of work. Money gives one shared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 objects around. Ask which properties each one has. Cowry shells: scarce and portable. Gold: durable and scarce.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have bananas, you want a coconut, but the coconut owner wants a mango. Everyone gets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Cowry shells were accepted across parts of Africa for a very long time. These were real money because they were scarce and recognisable.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 the last century the link between paper money and gold was ended. Now value rests on trust in those who issue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activity now. Do not explain the lesson yet. Write both winning prices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them feel it before you name it. The extra money did not create more prizes.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[CONFIRM: a local price example the country lead fills in]. Keep it honest, no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balanced. The problem is not paper itself, it is who can make more of it and who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to Session 2. Keep it plain. No hype, no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one or two questions. Hand out the quiz if tracking the ambassador badge.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04.jpg"/>
          <p:cNvPicPr>
            <a:picLocks noChangeAspect="1"/>
          </p:cNvPicPr>
          <p:nvPr/>
        </p:nvPicPr>
        <p:blipFill>
          <a:blip r:embed="rId2"/>
          <a:srcRect l="27000" r="27000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t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0915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9202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0D0D0D"/>
                </a:solidFill>
                <a:latin typeface="Bricolage Grotesque"/>
              </a:rPr>
              <a:t>Money, and why ours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720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B1815"/>
                </a:solidFill>
                <a:latin typeface="Bricolage Grotesque"/>
              </a:rPr>
              <a:t>What money is, and why the money we use lets us down.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35040"/>
            <a:ext cx="5394960" cy="1905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144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5"/>
                </a:solidFill>
                <a:latin typeface="JetBrains Mono"/>
              </a:rPr>
              <a:t>satsontheroad.africa</a:t>
            </a:r>
            <a:r>
              <a:rPr sz="1200" b="0">
                <a:solidFill>
                  <a:srgbClr val="D8CDB3"/>
                </a:solidFill>
                <a:latin typeface="JetBrains Mono"/>
              </a:rPr>
              <a:t>    ·    </a:t>
            </a:r>
            <a:r>
              <a:rPr sz="1200" b="1">
                <a:solidFill>
                  <a:srgbClr val="C46B07"/>
                </a:solidFill>
                <a:latin typeface="JetBrains Mono"/>
              </a:rPr>
              <a:t>Driving Bitcoin across the African continent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What is money?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way to trade goods and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shared agreement: it works because everyone accepts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Not valuable in itself, it is a 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three jobs of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Store of value: hold worth to save for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Medium of exchange: trade it for anything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Unit of account: one way to price and compare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Good money has six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Durable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Divisible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Portable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Acceptable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5371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Scarce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Fungible (one unit equals another)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Step 1: Barter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Swap goods directly, no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Needs a "double coincidence of wants"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Slow and clumsy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Step 2: Commodity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One good thing everyone accepts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Cowry shells, gold, silver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Scarce and hard to fake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Step 3: Fiat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Today's notes and coins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"Fiat" means "by decree"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Money because the state says so, not backed by gold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inflation auction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Round 1: everyone gets the same play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We auction one small prize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Round 2: everyone gets much more play 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We auction the same prize again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What just happened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Nobody got richer in round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More money chased the same prize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 price went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That is inflation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Inflation and your [local currency]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When more [local currency] is created, each note buys 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Prices rise, savings shrink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Ask: what did bread or transport cost years ago?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Fiat is convenient, but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Easy to use, cheap to carry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small group can create more of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Ordinary savers carry the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search for better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People long wanted money no small group can 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That search led to Bitcoin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Fixed limit, no one in charge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Next: What Bitcoin is, in plain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Session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Glossary: ../../../translations/GLOSSARY.md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