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Receive address is like your email. Private key and seed phrase are like your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this saying through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 for small amounts and first steps. Like money in someone else's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goal for savings. If you lose your seed phrase, no one can recover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[CONFIRM availability per country]. Today we all use [primary wallet].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install from a link someone sent you. Check the maker's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right down here. This is the most important skill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Check everyone has actually written it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who asks for your seed phrase is trying to rob you. Say this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each learner a small amount. [CONFIRM amount and funding source].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learners. Payments cannot be reversed. Always check amount and recipient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These three are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questions. Next we go deeper into Lightning.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3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Set up your wallet, write your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The core of day one: your own wallet and your first sats.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wallet holds keys, not coins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Your sats live on the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wallet holds your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Keys prove the sats are yours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Not your keys, not your coins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Receive address: share it, like an email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Private key and seed phrase: never share, like a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Whoever holds the keys holds the money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Custodial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company holds your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Easy to start, they can help you recover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But they can freeze your money, and if they fail your sats are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Self-custodial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hold your own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one can freeze or confiscate your sats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carry full responsibility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Real options (neutral)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Blink: easy start with Lightning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Phoenix: self-custodial Lightning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Machankura: Lightning over USSD, no smartphone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Hardware wallets: for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Install and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Open the official app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Search [primary wallet], check the 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Install, open, choose "Create a new wallet"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Set a PIN if offered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Your seed phrase (the big 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app shows 12 or 24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This is the master key to all your sats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Anyone who gets it can take everything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Write it down, by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 paper, in the exact order, numbered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it somewhere safe and 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Lose phone AND paper, and the sats are gone forever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Never do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take a photo of your seed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type it into any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put it in notes, messages, or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real support will ever ask for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Receive your first sats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Tap "Receive"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Show the QR code or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Your address is safe to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Watch the balance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Send sats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Tap "Send"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Scan the QR code or paste the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Enter the amount in sats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Double-check, then confirm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Three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hold your own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Your seed phrase is on paper, never photographed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Always check before you confirm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3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Next: Lightning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Session 4, fast and cheap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Glossary: ../../../translations/GLOSSARY.md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