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real test of the day. Everyone makes one real payment.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once before leaving. Same careful habit: check before you confirm.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guests in their shop. Do not block other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[CONFIRM what is listed near you]. Partners work with a growing merchant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USSD options like Machankura exist where there is no smartphone data. [CONFIRM].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Checking the amount is the single most important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Reassure learners. Failures happen and are easy to recover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queue orderly. Help with scanning, amounts, confirming.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 round the circle. Celebrate that everyone made a real payment.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to Day 2 for those who want to teach and onboard merchants.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merchant and the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06.jpg"/>
          <p:cNvPicPr>
            <a:picLocks noChangeAspect="1"/>
          </p:cNvPicPr>
          <p:nvPr/>
        </p:nvPicPr>
        <p:blipFill>
          <a:blip r:embed="rId2"/>
          <a:srcRect t="15625" b="15625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0" y="0"/>
            <a:ext cx="73152" cy="6858000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t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370915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92024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46B07"/>
                </a:solidFill>
                <a:latin typeface="JetBrains Mono"/>
              </a:rPr>
              <a:t>DAY 1 · SESSION 5 · 60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852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5400" b="1">
                <a:solidFill>
                  <a:srgbClr val="0D0D0D"/>
                </a:solidFill>
                <a:latin typeface="Bricolage Grotesque"/>
              </a:rPr>
              <a:t>Market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57200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B1815"/>
                </a:solidFill>
                <a:latin typeface="Bricolage Grotesque"/>
              </a:rPr>
              <a:t>Buy something real from a merchant, in sats.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035040"/>
            <a:ext cx="5394960" cy="1905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14476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815"/>
                </a:solidFill>
                <a:latin typeface="JetBrains Mono"/>
              </a:rPr>
              <a:t>satsontheroad.africa</a:t>
            </a:r>
            <a:r>
              <a:rPr sz="1200" b="0">
                <a:solidFill>
                  <a:srgbClr val="D8CDB3"/>
                </a:solidFill>
                <a:latin typeface="JetBrains Mono"/>
              </a:rPr>
              <a:t>    ·    </a:t>
            </a:r>
            <a:r>
              <a:rPr sz="1200" b="1">
                <a:solidFill>
                  <a:srgbClr val="C46B07"/>
                </a:solidFill>
                <a:latin typeface="JetBrains Mono"/>
              </a:rPr>
              <a:t>Driving Bitcoin across the African continent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5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Today's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Buy a real item from a merchant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Pay in sats over Lightning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Handle any problems calmly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5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The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Agree the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Merchant shows a QR code or invoice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Scan it, check the amount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Confirm, and both see it arrive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5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Be a good guest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Be patient and polite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Some merchants are new to this too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Keep your phone secure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Thank them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5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Finding merchants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Many show a QR code at the till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BTCMap.org lists shops that accept Bitcoin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 pilot session was run in Lomé, Togo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5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If there is no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Move to better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Switch wifi and mobile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Wait and retry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Use the stand-in merchant if needed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5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If the amount is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Stop before confirming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Ask for a fresh invoice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Never confirm an amount you are unsure of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5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If a payment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The sats stay with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Try again, or ask for a new invoice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 failed payment is not a lost payment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5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The market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Go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Use your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Facilitators are here to help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5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What did you buy, and how did it feel?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What was smooth? What was tricky?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Would you use this again? Where?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5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You did the full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You understand money and Bitcoin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You have a wallet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You have spent sats in the real world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5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Next: Day 2 (ambassadors)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Teach this, onboard merchants, go deeper on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Glossary: ../../../translations/GLOSSARY.md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