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if you could design money no small group could print more of, what would you want it to 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one company runs the money, it can block you or be shut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Satoshi may be a person or a group. The identity is unknown, the goal was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money today is already digital. The difference is no single company controls Bitcoin.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do not wait for permission. You send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its strength. It also means no hotline to call, which we address in Session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 player tries to pay with the wrong thing, others simply stop playing with them. The game continues.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to fiat, which can be created at will. Fixed supply means no small group can dilute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people deal in sats day to day. A coffee is a few hundred or thousand sats.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what "sound digital money" means. Keep it plain.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financial advice, no predictions. Be balanced.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activity in exercise.md. Keep it light and quick.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one or two questions. Next session everyone gets their own wallet and first sats.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09.jpg"/>
          <p:cNvPicPr>
            <a:picLocks noChangeAspect="1"/>
          </p:cNvPicPr>
          <p:nvPr/>
        </p:nvPicPr>
        <p:blipFill>
          <a:blip r:embed="rId2"/>
          <a:srcRect t="15563" b="15563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83680" y="0"/>
            <a:ext cx="73152" cy="6858000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t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1370915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192024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46B07"/>
                </a:solidFill>
                <a:latin typeface="JetBrains Mono"/>
              </a:rPr>
              <a:t>DAY 1 · SESSION 2 · 45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8521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5400" b="1">
                <a:solidFill>
                  <a:srgbClr val="0D0D0D"/>
                </a:solidFill>
                <a:latin typeface="Bricolage Grotesque"/>
              </a:rPr>
              <a:t>What Bitcoin is, in plain 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572000"/>
            <a:ext cx="5303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B1815"/>
                </a:solidFill>
                <a:latin typeface="Bricolage Grotesque"/>
              </a:rPr>
              <a:t>Digital money no one can print, sent person to person.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035040"/>
            <a:ext cx="5394960" cy="1905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14476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815"/>
                </a:solidFill>
                <a:latin typeface="JetBrains Mono"/>
              </a:rPr>
              <a:t>satsontheroad.africa</a:t>
            </a:r>
            <a:r>
              <a:rPr sz="1200" b="0">
                <a:solidFill>
                  <a:srgbClr val="D8CDB3"/>
                </a:solidFill>
                <a:latin typeface="JetBrains Mono"/>
              </a:rPr>
              <a:t>    ·    </a:t>
            </a:r>
            <a:r>
              <a:rPr sz="1200" b="1">
                <a:solidFill>
                  <a:srgbClr val="C46B07"/>
                </a:solidFill>
                <a:latin typeface="JetBrains Mono"/>
              </a:rPr>
              <a:t>Driving Bitcoin across the African continent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2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A quick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Money is a shared tool for trade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Fiat money can be created at will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When supply grows, each note buys less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2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The problem to solve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People wanted digital cash, person to person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Earlier attempts needed a central office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Shut the office, and the money stops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2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A different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2008: a short paper by "Satoshi Nakamoto"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January 2009: the network started running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Money with no single company or government in charge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2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Bitcoin is money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Digital money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Lives on computers all over the world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Not in one building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2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Peer-to-peer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Send it straight to another person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Like handing over cash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No bank needs to approve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2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No one is in charge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No boss, no head office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No one can switch it 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No one can change the rules for themselves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2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An agreement among people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Like a board game with shared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Everyone follows the same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Cheat, and the others reject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2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A fixed limit: 21 million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There will only ever be 21 million bitcoins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No one can make extra for themselves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The network rejects any attempt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2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Sats: the everyday 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1 bitcoin = 100,000,000 satoshis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We call them "sats"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You do not need a whole bitcoin to use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2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Sound digital money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Scarce, with a fixed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Hard to counterfeit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Open to anyone with a phone and internet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2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An honest 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Bitcoin is young, like the internet in the 1990s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Its price in [local currency] can rise and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A tool to learn and use, not a promise of profit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2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Exercise: rules of the game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Small groups act out a shared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See why a cheater is rejected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See why no one can invent extra tokens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2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Next: set up your own wallet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Session 3, hands-on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Glossary: ../../../translations/GLOSSARY.md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